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822960"/>
            <a:ext cx="5120640" cy="5120640"/>
          </a:xfrm>
          <a:prstGeom prst="ellipse">
            <a:avLst/>
          </a:prstGeom>
          <a:ln w="9525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0" y="1645920"/>
            <a:ext cx="3474720" cy="3474720"/>
          </a:xfrm>
          <a:prstGeom prst="ellipse">
            <a:avLst/>
          </a:prstGeom>
          <a:ln w="9525">
            <a:solidFill>
              <a:srgbClr val="CADCF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04120" y="2606040"/>
            <a:ext cx="1554480" cy="1554480"/>
          </a:xfrm>
          <a:prstGeom prst="ellipse">
            <a:avLst/>
          </a:prstGeom>
          <a:solidFill>
            <a:srgbClr val="27336F"/>
          </a:solidFill>
          <a:ln/>
        </p:spPr>
        <p:txBody>
          <a:bodyPr/>
          <a:p/>
        </p:txBody>
      </p:sp>
      <p:pic>
        <p:nvPicPr>
          <p:cNvPr id="5" name="Image 0" descr="/tmp/deck/ic_compass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85" y="3010205"/>
            <a:ext cx="746150" cy="7461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8745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pc="800" kern="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</a:t>
            </a:r>
            <a:endParaRPr lang="en-US" sz="8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Dê um norte à sua IA.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46177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que faz a IA desenvolver seus sistemas com consistência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alucinar tabelas, sem duplicar código, sem misturar projetos.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  ·  Arquiteto de Soluções com IA  ·  criador do Método Norte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desenvolve rápido. E erra rápido.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equipe que usa IA para codar (Claude, Copilot, Cursor…) conhece estes sintomas: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56032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6" name="Image 0" descr="/tmp/deck/ic_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7861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 o que não existe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011680" y="27889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Tabelas, rotas e serviços que nunca existiram aparecem no código com toda a confiança.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7960" y="256032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1" name="Image 1" descr="/tmp/deck/ic_cl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817" y="27861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3524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o que já existe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635240" y="27889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 o toast, o modal e o export CSV pela quinta vez — cada um de um jeito.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2062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4400" y="470916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6" name="Image 2" descr="/tmp/deck/ic_rand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7" y="493501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462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 projetos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2011680" y="4937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a convenção do sistema A no sistema B. O banco vira uma colcha de retalhos.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63640" y="42062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37960" y="470916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21" name="Image 3" descr="/tmp/deck/ic_eras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817" y="4935017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35240" y="4462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Esquece decisões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635240" y="4937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de arquitetura de semanas atrás? Refeita "do jeito melhor" sem avisar.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uma só: contexto errado na hora errada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0584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DEMAIS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5146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tudo e a janela de contexto estoura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irrelevantes poluem a decisão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sessão fica lenta e cara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 MENOS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29400" y="25146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não conhece o projeto e alucina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 as lacunas com "o padrão da internet"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vira revisor em tempo integral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51663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não é mais contexto. É o </a:t>
            </a:r>
            <a:pPr algn="ctr"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certo, na hora certa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Método Norte: um roteador de contexto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pasta de documentação que funciona como sistema operacional de contexto. Antes de qualquer código, a IA segue o protocolo: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98448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98448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arquivo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hub — ponto de entrada único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1216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29584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9584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008376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08376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sistema e que tipo de tarefa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02352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760720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6072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39512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só o indicado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39512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aponta os arquivos exatos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33488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991856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91856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470648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plano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70648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Sistema, arquivos lidos, risco, ação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64624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222992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22299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01784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 e registra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01784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e estado sempre atualizados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suficiente para acertar. Nunca o bastante para se perder.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8 pilares do método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3619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5" name="Image 0" descr="/tmp/deck/ic_mapsig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162" y="19970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roteador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sistemas + índice por assunto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2900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32511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10" name="Image 1" descr="/tmp/deck/ic_b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082" y="1997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3872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explícitos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6616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NÃO pode fazer, por escrito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11403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15" name="Image 2" descr="/tmp/deck/ic_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002" y="199705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única de números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5508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num só lugar; o resto linka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00684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990295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20" name="Image 3" descr="/tmp/deck/ic_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6922" y="1997050"/>
            <a:ext cx="395021" cy="39502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1656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padrões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4400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obrigatórios — nada de duplicar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4008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153619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25" name="Image 4" descr="/tmp/deck/ic_land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162" y="442021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980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77724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registradas com o porquê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342900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29" name="Shape 22"/>
          <p:cNvSpPr/>
          <p:nvPr/>
        </p:nvSpPr>
        <p:spPr>
          <a:xfrm>
            <a:off x="432511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30" name="Image 5" descr="/tmp/deck/ic_heartb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82" y="4420210"/>
            <a:ext cx="395021" cy="39502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53872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vivo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356616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curto + histórico fatiado por mês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21792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34" name="Shape 26"/>
          <p:cNvSpPr/>
          <p:nvPr/>
        </p:nvSpPr>
        <p:spPr>
          <a:xfrm>
            <a:off x="711403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35" name="Image 6" descr="/tmp/deck/ic_checkdoub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002" y="4420210"/>
            <a:ext cx="395021" cy="39502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32764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automático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635508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se autotesta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900684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39" name="Shape 30"/>
          <p:cNvSpPr/>
          <p:nvPr/>
        </p:nvSpPr>
        <p:spPr>
          <a:xfrm>
            <a:off x="990295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  <p:txBody>
          <a:bodyPr/>
          <a:p/>
        </p:txBody>
      </p:sp>
      <p:pic>
        <p:nvPicPr>
          <p:cNvPr id="40" name="Image 7" descr="/tmp/deck/ic_co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6922" y="4420210"/>
            <a:ext cx="395021" cy="395021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11656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de código</a:t>
            </a: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914400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copia esqueletos, não reinventa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prática: a mesma tarefa, duas IAs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Pedido: "crie um endpoint para listar pagamentos de um cliente"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BEFE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método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tabela "payments" — que não existe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MongoDB — o projeto é SQL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um novo helper de resposta — o 6º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registro do que foi feito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descobre os estragos no code review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ED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Método Norte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 sistema e lê 3 arquivos exatos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 tabela real (fin_contas) e o SQL do projeto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 o padrão de resposta existente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plano ANTES de executar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ação no progresso ao concluir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teoria: nasceu em produção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foi extraído de um caso real: um portal corporativo desenvolvido e mantido com IA, usando exatamente esta estrutura.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em produção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2044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1188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de banco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640080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 espelhados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9828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18972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externas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assistentes de IA — em locais diferentes — mantêm o mesmo sistema seguindo as mesmas regras, </a:t>
            </a:r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 atropelar.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compartilhada é a fonte única de regras; a config de cada ambiente fica só no .env, então o git sincroniza os dois lados com um pull.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no kit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9611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5" name="Image 0" descr="/tmp/deck/ic_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" y="2046427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completo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arquivos com instruções de preenchimento passo a passo — hub, módulos, fichas, ADRs, progresso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64515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0" name="Image 1" descr="/tmp/deck/ic_list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347" y="2046427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+ prompt de setup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6344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prompt na sua IA, responda 10 perguntas e ela monta a documentação com você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3816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39419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5" name="Image 2" descr="/tmp/deck/ic_light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2046427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preenchido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1248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fictícia completa (stack diferente de propósito: o método é agnóstico de stack)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9611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20" name="Image 3" descr="/tmp/deck/ic_plu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307" y="4423867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8308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instalável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1440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Claude Code: a IA implanta e opera o método automaticamente, sem colar prompt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8912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464515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25" name="Image 4" descr="/tmp/deck/ic_rou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5347" y="4423867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3212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automático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466344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que confere links, metadados e cobertura do índice — a doc não "mente"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13816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9" name="Shape 22"/>
          <p:cNvSpPr/>
          <p:nvPr/>
        </p:nvSpPr>
        <p:spPr>
          <a:xfrm>
            <a:off x="839419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30" name="Image 5" descr="/tmp/deck/ic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387" y="4423867"/>
            <a:ext cx="351130" cy="35113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28116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+ esteira de evolução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841248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sob Licença MIT, com créditos a ideias externas adotadas e processo de melhoria contínua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Implantação em 3 passos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57400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57400" y="22402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a pasta template para onde sua documentação vai morar e renomeie.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246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05740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57400" y="365760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prompt de setup na sua IA e responda ao questionário — ela preenche tudo e roda o validador até 0 erros.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46634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663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057400" y="4572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57400" y="507492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Referencie o hub no arquivo de instruções de cada projeto. Pronto: toda sessão de IA começa com o norte certo.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EFF4F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8978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típico até a primeira versão útil: </a:t>
            </a:r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2 horas</a:t>
            </a:r>
            <a:pPr algn="ctr"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funciona com Claude Code, Cursor, Copilot e afins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é o Método Norte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96596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5" name="Image 0" descr="/tmp/deck/ic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3704" y="22951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que já usam IA para codar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91440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sentem que a velocidade veio acompanhada de bagunça, retrabalho e código duplicado.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1500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0" name="Image 1" descr="/tmp/deck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744" y="229514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solo com vários projetos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66344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precisam que a IA retome o contexto certo de cada sistema, em cada sessão, sem recontar tudo.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46404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pic>
        <p:nvPicPr>
          <p:cNvPr id="15" name="Image 2" descr="/tmp/deck/ic_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22951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com sistemas legados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41248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maior risco é a IA "modernizar" o que não devia — bloqueios explícitos resolvem isso.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stack. Qualquer assistente de IA que leia arquivos do projeto.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486400" cy="5486400"/>
          </a:xfrm>
          <a:prstGeom prst="ellipse">
            <a:avLst/>
          </a:prstGeom>
          <a:ln w="9525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23560" y="914400"/>
            <a:ext cx="914400" cy="914400"/>
          </a:xfrm>
          <a:prstGeom prst="ellipse">
            <a:avLst/>
          </a:prstGeom>
          <a:solidFill>
            <a:srgbClr val="27336F"/>
          </a:solidFill>
          <a:ln/>
        </p:spPr>
        <p:txBody>
          <a:bodyPr/>
          <a:p/>
        </p:txBody>
      </p:sp>
      <p:pic>
        <p:nvPicPr>
          <p:cNvPr id="4" name="Image 0" descr="/tmp/deck/ic_compass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304" y="11521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Dê um norte à sua IA.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já é rápida. Com o Método Norte, ela passa a ser confiável.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37560" y="4297680"/>
            <a:ext cx="5486400" cy="1188720"/>
          </a:xfrm>
          <a:prstGeom prst="roundRect">
            <a:avLst>
              <a:gd name="adj" fmla="val 11538"/>
            </a:avLst>
          </a:prstGeom>
          <a:solidFill>
            <a:srgbClr val="27336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33756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 — Arquiteto de Soluções com IA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33756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kasuo.wkl@gmail.com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Norte v1.3.0 · © 2026 Kasuo · Open-source (Licença MIT)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2026-07-17T19:41:13Z</dcterms:created>
  <dcterms:modified xsi:type="dcterms:W3CDTF">2026-07-17T19:41:13Z</dcterms:modified>
</cp:coreProperties>
</file>